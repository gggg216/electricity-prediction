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640080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?????/????????????????????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 raw?silver?model?result 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raw ???????silver 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model ????????????result 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?????? city_monthly_train_ready.csv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 157 ??89 ??????? 2013-01 ? 2026-01</a:t>
            </a:r>
          </a:p>
        </p:txBody>
      </p:sp>
      <p:pic>
        <p:nvPicPr>
          <p:cNvPr id="5" name="Picture 4" descr="monthly_targ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34440"/>
            <a:ext cx="438912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58978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Hong Kong Monthly Electricity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640080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?????? C&amp;SD ?????????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??????????????????????????????EV charger ? building footprint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 lag???????????????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 city_monthly_train_ready.csv ?????</a:t>
            </a:r>
          </a:p>
        </p:txBody>
      </p:sp>
      <p:pic>
        <p:nvPicPr>
          <p:cNvPr id="5" name="Picture 4" descr="feature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34440"/>
            <a:ext cx="43891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58978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Hong Kong Monthly Electricity Forecasting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6400800" cy="5394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 baseline ?? seasonal naive?ridge regression ? random forest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Random Forest ???MAE 456.93?RMSE 609.79?R2 0.9438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Simple regression ??? electricity_lag_12m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Multiple regression ??????????????????????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Simple regression?MAE 1155.41?RMSE 1346.22?R2 0.7261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Multiple regression?MAE 784.25?RMSE 944.58?R2 0.8652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??????????????????????????</a:t>
            </a:r>
          </a:p>
        </p:txBody>
      </p:sp>
      <p:pic>
        <p:nvPicPr>
          <p:cNvPr id="5" name="Picture 4" descr="baseline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34440"/>
            <a:ext cx="4389120" cy="1350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58978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B5563"/>
                </a:solidFill>
              </a:rPr>
              <a:t>Hong Kong Monthly Electricity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