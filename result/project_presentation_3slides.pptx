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6217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???????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6400800" cy="5394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????????????????????????????????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 raw?silver?model?result 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 city_monthly_train_ready.csv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 157 ??96 ??????? 2013-01 ? 2026-01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??????????? footprint?????????????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 target_electricity_total_t_plus_1m</a:t>
            </a:r>
          </a:p>
        </p:txBody>
      </p:sp>
      <p:pic>
        <p:nvPicPr>
          <p:cNvPr id="5" name="Picture 4" descr="monthly_targe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34440"/>
            <a:ext cx="438912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B5563"/>
                </a:solidFill>
              </a:rPr>
              <a:t>Hong Kong Monthly Electricity Forecasting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6217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??????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6400800" cy="5394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 C&amp;SD 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???????????????????????????? Buildings Department ???????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?????????????????????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 silver ???????????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????????????????occupation permits??????????????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???????????? train-ready ???</a:t>
            </a:r>
          </a:p>
        </p:txBody>
      </p:sp>
      <p:pic>
        <p:nvPicPr>
          <p:cNvPr id="5" name="Picture 4" descr="feature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34440"/>
            <a:ext cx="43891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B5563"/>
                </a:solidFill>
              </a:rPr>
              <a:t>Hong Kong Monthly Electricity Forecasting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6217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?????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6400800" cy="5394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 baseline ?? seasonal naive?ridge regression ? random forest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Random Forest ???MAE 454.19?RMSE 614.60?R2 0.9429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Simple regression ??? electricity_lag_12m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Multiple regression ???????????????????????????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Simple regression?MAE 1155.41?RMSE 1346.22?R2 0.7261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Multiple regression?MAE 684.98?RMSE 857.50?R2 0.8889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?????????????????????????????</a:t>
            </a:r>
          </a:p>
        </p:txBody>
      </p:sp>
      <p:pic>
        <p:nvPicPr>
          <p:cNvPr id="5" name="Picture 4" descr="baselin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34440"/>
            <a:ext cx="4389120" cy="13504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5897880"/>
            <a:ext cx="4389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B5563"/>
                </a:solidFill>
              </a:rPr>
              <a:t>Hong Kong Monthly Electricity Forecasting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